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02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6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60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84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17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2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74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70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71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14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66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5F519-B171-4A08-96AA-08868BF4C8B6}" type="datetimeFigureOut">
              <a:rPr lang="zh-CN" altLang="en-US" smtClean="0"/>
              <a:t>2026/06/20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576B4-802F-4AD2-8DF0-F9FEF9E96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74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7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20073" y="0"/>
            <a:ext cx="12432146" cy="7038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背景图片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371273" y="997528"/>
            <a:ext cx="5449454" cy="8220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标题</a:t>
            </a:r>
            <a:r>
              <a:rPr lang="en-US" altLang="zh-CN" dirty="0" smtClean="0"/>
              <a:t>/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84436" y="3934691"/>
            <a:ext cx="2623128" cy="6003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开始创建项目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01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11491" y="0"/>
            <a:ext cx="3380509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190181" y="508000"/>
            <a:ext cx="2678545" cy="21982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3d</a:t>
            </a:r>
            <a:r>
              <a:rPr lang="zh-CN" altLang="en-US" dirty="0" smtClean="0"/>
              <a:t>模型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281382" y="5135418"/>
            <a:ext cx="4493492" cy="15147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用户输入文本框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32037" y="436417"/>
            <a:ext cx="2142836" cy="4895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用户聊天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281381" y="1168399"/>
            <a:ext cx="3509820" cy="2202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Agent</a:t>
            </a:r>
            <a:r>
              <a:rPr lang="zh-CN" altLang="en-US" dirty="0" smtClean="0"/>
              <a:t>回复的方案计划与设计建议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632037" y="3627579"/>
            <a:ext cx="2142836" cy="4895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用户聊天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281380" y="4447308"/>
            <a:ext cx="3509821" cy="503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Agent</a:t>
            </a:r>
            <a:r>
              <a:rPr lang="zh-CN" altLang="en-US" dirty="0" smtClean="0"/>
              <a:t>回复的方案计划与设计建议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068946" y="0"/>
            <a:ext cx="4812145" cy="673330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66255" y="471054"/>
            <a:ext cx="1782617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项目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66255" y="1029853"/>
            <a:ext cx="1782617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项目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66255" y="1537851"/>
            <a:ext cx="1782617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项目</a:t>
            </a:r>
            <a:r>
              <a:rPr lang="en-US" altLang="zh-CN" dirty="0" smtClean="0"/>
              <a:t>n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068946" y="0"/>
            <a:ext cx="4812145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项目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001165" y="129303"/>
            <a:ext cx="1662545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方案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829963" y="0"/>
            <a:ext cx="1154545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方案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7001165" y="618831"/>
            <a:ext cx="1662545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方案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7001165" y="1108359"/>
            <a:ext cx="1662545" cy="387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方案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8811491" y="3041072"/>
            <a:ext cx="2780145" cy="3879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方案性能参数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8811490" y="5293589"/>
            <a:ext cx="2780145" cy="3879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方案渲染图制作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8811491" y="4117107"/>
            <a:ext cx="2780145" cy="3879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方案几何参数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420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59</Words>
  <Application>Microsoft Office PowerPoint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997913611@qq.com</dc:creator>
  <cp:lastModifiedBy>997913611@qq.com</cp:lastModifiedBy>
  <cp:revision>4</cp:revision>
  <dcterms:created xsi:type="dcterms:W3CDTF">2026-06-20T07:15:02Z</dcterms:created>
  <dcterms:modified xsi:type="dcterms:W3CDTF">2026-06-20T07:32:11Z</dcterms:modified>
</cp:coreProperties>
</file>